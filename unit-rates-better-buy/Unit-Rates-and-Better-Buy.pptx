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" id="{7b217fa0-ab6b-b631-71c2-13561283abed}">
          <p14:sldIdLst>
            <p14:sldId id="256"/>
            <p14:sldId id="257"/>
            <p14:sldId id="258"/>
          </p14:sldIdLst>
        </p14:section>
        <p14:section name="Part 01 · Three words" id="{e09c8359-fb73-e862-3c16-7632b15a42a6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Part 02 · The move" id="{6ff43d34-5581-af4b-221e-c52a8bffc171}">
          <p14:sldIdLst>
            <p14:sldId id="267"/>
            <p14:sldId id="268"/>
            <p14:sldId id="269"/>
            <p14:sldId id="270"/>
            <p14:sldId id="271"/>
            <p14:sldId id="272"/>
          </p14:sldIdLst>
        </p14:section>
        <p14:section name="Part 03 · You try" id="{dea31909-5156-21cc-0b9f-84602c0237fd}">
          <p14:sldIdLst>
            <p14:sldId id="273"/>
            <p14:sldId id="274"/>
            <p14:sldId id="275"/>
            <p14:sldId id="276"/>
            <p14:sldId id="277"/>
            <p14:sldId id="278"/>
            <p14:sldId id="279"/>
          </p14:sldIdLst>
        </p14:section>
        <p14:section name="Part 04 · Classwork" id="{1b86603a-3827-9845-b662-714dc0a42578}">
          <p14:sldIdLst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</p14:sldIdLst>
        </p14:section>
        <p14:section name="Answer key · teacher copy" id="{27f11fa8-ef27-9bbb-064c-c29405c1d1d5}">
          <p14:sldIdLst>
            <p14:sldId id="289"/>
            <p14:sldId id="290"/>
            <p14:sldId id="291"/>
            <p14:sldId id="29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Today is about how math compares things. The payoff at the end: they'll be able to prove which movie theatre is the better deal.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math yet. Thumbs up for A, thumbs sideways for B. Count votes on the board — we settle it with math later in the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moves. The classwork at the end is the payoff — everything before it is practice for that.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break. Three vocabulary words, each building on the last. Notebooks open — every yellow WRITE THIS DOWN card gets copied.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First word. Read the tape diagram out loud: three popcorns for every two drinks. Show all three ways to write it — they should copy the yellow card.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Ratios describe almost anything. Read each one together, then the order warning at the bottom — fish to snails is 4 to 3, snails to fish is 3 to 4. Order matters.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Whiteboards, 60 seconds. Answers: circles to squares 5 : 3, squares to circles 3 : 5. Anyone who writes 3 : 5 for the first one just proved why order matters.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Second word. A rate is still a ratio — but now the two things are measured in different units. Dollars and boxes. Miles and hours. Copy the card.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Third word — the star of the lesson. Walk the number line left to right: zero boxes costs nothing, one box costs $2.40, and every step right adds exactly one more unit rate.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Vocabulary you can hear. If a sentence has one of these words, a unit rate is hiding in it. Ask the room for one more example before moving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Hold up fingers: one for ratio, two for rate, three for unit rate. Answers: A is a ratio (same units, no prices), B is a rate (dollars and pounds), C is a unit rate (per = for one). Do them one at a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Shift from words to procedure.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anchor chart for the rest of the unit — have them copy it. Read all three steps, then the rule at the bottom.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it slowly with the diagram: six dollars split evenly across four bars — each bar carries $1.50. Say the units at every line: dollars divided by bars gives dollars per bar.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most common error in this unit. Both cards use the same two numbers. Make them say the units — dollars per bar, not bars per dollar.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at the digit after the thousandths — that one decides. Five or more, round up. Four or less, leave it. Then explain why three digits: close calls.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Calculators out. This one runs forever and the decider is a 6, so it rounds UP — model that before they hit it in practice. Also note why we keep three digits instead of stopping at cents.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Whiteboards out. Everyone writes, everyone holds 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minutes. Circulate. Look for anyone dividing backwards — that's the one to catch before the check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Both divide evenly, so nobody should be stuck on rounding. Land the last line — the cheaper-looking total loses.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rounding one. Warn them the calculator will fill the screen — that's expected. Three digits only.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who wrote 1.666 — that's the classic slip. The decider is a 6, so it rounds up to 1.667, just like the candy apples.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Turn and talk, ninety seconds. Don't tell them where it is. Ask a pair to explain it in units, not numbers.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Name it plainly: the division was flipped, so the units came out upside down. Forty-four is a real number — it's slices per dollar.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payoff. Everything so far gets used on one worksheet.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Last vocabulary word, and the whole point of the worksheet. The pizza from Jordan's board settles it: work out both unit rates, lower one wins — even when the bigger deal looked better.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for one more from the room before advancing — streaming plans, gas mileage, points per game. Someone always has a good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Grocery stores print this in most states. The big number sells; the small number tells the truth.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Matters for the written explanation on the worksheet. The math finds the lower price; a person decides the purchase. Both belong in a good answer.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Hand out the worksheet here. Read the four directions, then let them start. Sixteen unit rates total, eight comparisons.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standard for full credit. Division sentence, rounded answer, units, and a circle. Leave it up while they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Thirty-second recap before the exit ticket. Have the class read the four definitions aloud together.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Last five minutes. Hand out the half-sheet. They should be able to do this alone — if they can't, that's your reteach group tomorrow.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Teacher copy. Skip these four slides when presenting to students, or hide the answer key in Tweaks.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Page one of the worksheet. Popcorn and drink are per cup and per ounce — students often divide the wrong way on those two.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Pretzel is the closest call on the sheet — one cent apart. Good example of why the thousandths place earns its keep.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Totals vary by snack choice — grade the arithmetic, not the menu. Popcorn and drink use the full sticker price, not the unit rate, per the worksheet directions.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01 — Ti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02 — Warm-u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03 — Toda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04 — § Three word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05 — Vocab: rati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06 — Ratios in the wil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07 — Check: ratio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08 — Vocab: ra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09 — Vocab: unit ra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0 — Signal word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1 — Check: which word?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2 — § The mov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3 — The metho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4 — Worked: granol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5 — Order matte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6 — Round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7 — Worked: uneve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8 — § You tr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9 — You try: chip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20 — Check: chip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21 — You try: slim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22 — Check: slim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23 — Spot the mistak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24 — The fix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25 — § Classwor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26 — Vocab: better bu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27 — In the wil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28 — Shelf ta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29 — Cheaper ≠ bett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30 — Classwork direction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31 — Show your wor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32 — Word wal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33 — Exit ticke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34 — § Answer k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35 — Key: page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36 — Key: page 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37 — Key: tot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Unit 4 · Lesson 4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Ratios &amp; Rates · Find the Better Buy</dc:title>
  <dc:subject>Unit 4 · Lesson 4 — ratios, rates, unit rates, better buy</dc:subject>
  <dc:creator>Jonah Collins</dc:creator>
  <cp:lastModifiedBy>Jonah Collins</cp:lastModifiedBy>
  <cp:revision>1</cp:revision>
  <dcterms:created xsi:type="dcterms:W3CDTF">2026-08-31T17:55:25Z</dcterms:created>
  <dcterms:modified xsi:type="dcterms:W3CDTF">2026-08-31T17:55:25Z</dcterms:modified>
</cp:coreProperties>
</file>