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" id="{547840bb-95e8-8c1a-d2b1-25826da2a8e3}">
          <p14:sldIdLst>
            <p14:sldId id="256"/>
            <p14:sldId id="257"/>
            <p14:sldId id="258"/>
          </p14:sldIdLst>
        </p14:section>
        <p14:section name="Part 01 · Three words" id="{6e0aec64-0be8-8c49-3af8-0c6ccfcb1555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Part 02 · The move" id="{4d7557c8-ba84-912a-17b5-91326337fbf4}">
          <p14:sldIdLst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Part 03 · You try" id="{32ad4ccf-8d56-79f7-4fe2-093aabd7e273}">
          <p14:sldIdLst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Part 04 · Classwork" id="{f9ac2fda-bf58-8bb4-dfbd-9641ed585d3a}">
          <p14:sldIdLst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Answer key · teacher copy" id="{a058cc9d-d805-569a-27c1-cdcbfe21d9ef}">
          <p14:sldIdLst>
            <p14:sldId id="291"/>
            <p14:sldId id="292"/>
            <p14:sldId id="293"/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is about how math compares things. The payoff at the end: they'll be able to prove which movie theatre is the better deal.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math yet. Thumbs up for A, thumbs sideways for B. Count votes on the board — we settle it with math later in the lesson.
(Optional slide — skip if the period runs short.)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moves. The classwork at the end is the payoff — everything before it is practice for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 Three vocabulary words, each building on the last. Notebooks open — every yellow WRITE THIS DOWN card gets copied.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word. Read the tape diagram out loud: three popcorns for every two drinks. Show all three ways to write it — they should copy the yellow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Ratios describe almost anything. Read each one together, then the order warning at the bottom — fish to snails is 4 to 3, snails to fish is 3 to 4. Order matters.
▸ Click: the order-matters banner.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Whiteboards, 60 seconds. Answers: circles to squares 5 : 3, squares to circles 3 : 5. Anyone who writes 3 : 5 for the first one just proved why order matters.
(Optional slide — skip if the period runs short.)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word. A rate is still a ratio — but now the two things are measured in different units. Dollars and boxes. Miles and hours. Copy the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Third word — the star of the lesson. Walk the number line left to right: zero boxes costs nothing, one box costs $2.40, and every step right adds exactly one more unit rate. This is Deal B from the warm-up — and Deal A works out to $2.50 a box. Settle the vote: B wins by a dime a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you can hear. If a sentence has one of these words, a unit rate is hiding in it. Ask the room for one more example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up fingers: one for ratio, two for rate, three for unit rate. Answers: A is a ratio (same units, no prices), B is a rate (dollars and pounds), C is a unit rate (per = for one). Do them one at a time.
▸ Clicks: reveal A, then B, then C — one at a time, votes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Shift from words to procedure.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anchor chart for the rest of the unit — have them copy it. Read all three steps, then the rule at the bottom.
▸ Clicks: step 1, step 2, step 3, then the formula banner.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it slowly with the diagram: six dollars split evenly across four bars — each bar carries $1.50. Say the units at every line: dollars divided by bars gives dollars per bar.
▸ Clicks: 1 the price-splitting picture, 2 the three steps, 3 the unit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common error in this unit. Both cards use the same two numbers. Make them say the units — dollars per bar, not bars per dollar.
▸ Clicks: 1 the wrong way, 2 the right way, 3 the calculator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digit after the thousandths — that one decides. Five or more, round up. Four or less, leave it. Then explain why three digits: close calls.
▸ Clicks: 1 the rounding rule, 2 the rounded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Calculators out. This one runs forever and the decider is a 6, so it rounds UP — model that before they hit it in practice. Also note why we keep three digits instead of stopping at cents.
▸ Clicks: 1 the rounded answer, 2 the why-three-digits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Whiteboards out. Everyone writes, everyone holds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minutes. Circulate. Look for anyone dividing backwards — that's the one to catch before the check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divide evenly, so nobody should be stuck on rounding. Land the last line — the cheaper-looking total loses.
▸ Clicks: 1 Store A’s rate, 2 Store B’s rate, 3 the verdict — title, tag, and takeaway land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rounding one. Warn them the calculator will fill the screen — that's expected. Three digits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who wrote 1.666 — that's the classic slip. The decider is a 6, so it rounds up to 1.667, just like the candy apples.
▸ Clicks: 1 Store A’s rate, 2 Store B’s rate, 3 the verdict — title, tag, and takeaway land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 and talk, ninety seconds. Don't tell them where it is. Ask a pair to explain it in units, not numbers.
▸ Click: the discussion question, after they’ve stared at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it plainly: the division was flipped, so the units came out upside down. Forty-four is a real number — it's slices per dollar.
▸ Clicks: 1 the flipped division, 2 the fixed one, 3 the say-the-units habit.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payoff. Everything so far gets used on one worksheet.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vocabulary word, and the whole point of the worksheet. The pizza from Jordan's board settles it: work out both unit rates, lower one wins — even when the bigger deal looked better.
▸ Clicks: 1 the pizza comparison, 2 the ten-cents-a-slice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one more from the room before advancing — streaming plans, gas mileage, points per game. Someone always has a good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Grocery stores print this in most states. The big number sells; the small number tells the truth.
▸ Click: the yellow unit-price tag and the math behind it.
(Optional slide — skip if the period runs short.)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Matters for the written explanation on the worksheet. The math finds the lower price; a person decides the purchase. Both belong in a good answer.
▸ Clicks: question 02, question 03, then the bottom line.
(Optional slide — skip if the period runs short.)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out the worksheet here. Read the four directions, then let them start. Sixteen unit rates total, eight comparisons.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two of the worksheet, up on the screen while they work. Hot dog, pretzel, pickle — same move every row. Warn them now: the pretzel is the closest call on the whole sheet, so the thousandths place has to be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Bottom half of page two. The explanation needs real numbers from their table, not vibes — at least two rows. Then the trip: one ticket, three snacks, at whichever theatre they picked. Snacks use the unit-rate price, except popcorn and drink — those are per cup and per ounce, so the sheet says full sticker price. Totals vary by snack choice; grade the arithmetic, not the menu.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standard for full credit. Division sentence, rounded answer, units, and a circle. Leave it up while they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Thirty-second recap before the exit ticket. Have the class read the four definitions aloud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five minutes. Hand out the half-sheet. They should be able to do this alone — if they can't, that's your reteach group tomorrow.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copy. Skip these four slides when presenting to students, or hide the answer key in Tweaks.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one of the worksheet. Popcorn and drink are per cup and per ounce — students often divide the wrong way on those two.
▸ Clicks: one answer row at a time, top to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Pretzel is the closest call on the sheet — one cent apart. Good example of why the thousandths place earns its keep.
▸ Clicks: one answer row at a time, then the verdict.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Totals vary by snack choice — grade the arithmetic, not the menu. Popcorn and drink use the full sticker price, not the unit rate, per the worksheet directions.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image" Target="../media/image-3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01 — Ti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02 — Warm-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03 — Toda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04 — § Three wor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05 — Vocab: rat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06 — Ratios in the wi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REVEAL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07 — Check: rati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08 — Vocab: r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09 — Vocab: unit r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0 — Signal wor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1 — Check: which word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REVEAL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REVEAL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REVEAL-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2 — § The mo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3 — The metho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REVEAL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REVEAL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REVEAL-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Image 4" descr="REVEAL-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4 — Worked: grano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REVEAL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REVEAL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REVEAL-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5 — Order matt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REVEAL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REVEAL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REVEAL-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6 — Round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REVEAL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REVEAL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7 — Worked: unev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REVEAL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REVEAL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8 — § You t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9 — You try: chip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20 — Check: chip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REVEAL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REVEAL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REVEAL-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21 — You try: sli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22 — Check: sli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REVEAL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REVEAL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REVEAL-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23 — Spot the mistak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REVEAL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24 — The fi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REVEAL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REVEAL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REVEAL-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25 — § Classwo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26 — Vocab: better bu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REVEAL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REVEAL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27 — In the wi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28 — Shelf ta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REVEAL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29 — Cheaper ≠ bet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REVEAL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REVEAL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REVEAL-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30 — Classwork direc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31 — The sheet: page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32 — Your movie tri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33 — Show your wo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34 — Word wa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35 — Exit tick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36 — § Answer 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37 — Key: pag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REVEAL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REVEAL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REVEAL-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Image 4" descr="REVEAL-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Image 5" descr="REVEAL-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38 — Key: page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REVEAL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REVEAL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REVEAL-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Image 4" descr="REVEAL-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39 — Key: tot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Unit 4 · Lesson 4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Ratios &amp; Rates · Find the Better Buy</dc:title>
  <dc:subject>Unit 4 · Lesson 4 — ratios, rates, unit rates, better buy</dc:subject>
  <dc:creator>Jonah Collins</dc:creator>
  <cp:lastModifiedBy>Jonah Collins</cp:lastModifiedBy>
  <cp:revision>1</cp:revision>
  <dcterms:created xsi:type="dcterms:W3CDTF">2026-08-31T18:34:38Z</dcterms:created>
  <dcterms:modified xsi:type="dcterms:W3CDTF">2026-08-31T18:34:38Z</dcterms:modified>
</cp:coreProperties>
</file>