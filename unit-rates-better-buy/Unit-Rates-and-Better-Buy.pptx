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0b964321-745e-a6fa-e30f-e87094a72ba8}">
          <p14:sldIdLst>
            <p14:sldId id="256"/>
            <p14:sldId id="257"/>
            <p14:sldId id="258"/>
          </p14:sldIdLst>
        </p14:section>
        <p14:section name="Part 01 · Three words" id="{dc4db4e1-ad02-3b55-4d64-aa18af61ae8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02 · The move" id="{c05903d7-9c3f-b6fb-6e94-c3bedaa133d5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 03 · You try" id="{497c6e94-c140-82c9-1fcc-c41def09889e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rt 04 · Classwork" id="{68d1b3d6-91cf-e31e-c416-0fa40a5396c3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Answer key · teacher copy" id="{5066786c-7b90-aada-9583-3173c32684bd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about how math compares things. The payoff at the end: they'll be able to prove which movie theatre is the better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math yet. Thumbs up for A, thumbs sideways for B. Count votes on the board — we settle it with math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moves. The classwork at the end is the payoff — everything before it is practice for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Three vocabulary words, each building on the last. Notebooks open — every yellow WRITE THIS DOWN card gets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word. Read the tape diagram out loud: three popcorns for every two drinks. Show all three ways to write it — they should copy the yellow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describe almost anything. Read each one together, then the order warning at the bottom — fish to snails is 4 to 3, snails to fish is 3 to 4. Order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Whiteboards, 60 seconds. Answers: circles to squares 5 : 3, squares to circles 3 : 5. Anyone who writes 3 : 5 for the first one just proved why order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word. A rate is still a ratio — but now the two things are measured in different units. Dollars and boxes. Miles and hours. Copy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word — the star of the lesson. Walk the number line left to right: zero boxes costs nothing, one box costs $2.40, and every step right adds exactly one more unit rate. This is Deal B from the warm-up — and Deal A works out to $2.50 a box. Settle the vote: B wins by a dime a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you can hear. If a sentence has one of these words, a unit rate is hiding in it. Ask the room for one more example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fingers: one for ratio, two for rate, three for unit rate. Answers: A is a ratio (same units, no prices), B is a rate (dollars and pounds), C is a unit rate (per = for one). Do them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words to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chart for the rest of the unit — have them copy it. Read all three steps, then the rule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it slowly with the diagram: six dollars split evenly across four bars — each bar carries $1.50. Say the units at every line: dollars divided by bars gives dollars per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error in this unit. Both cards use the same two numbers. Make them say the units — dollars per bar, not bars per dollar.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digit after the thousandths — that one decides. Five or more, round up. Four or less, leave it. Then explain why three digits: close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Calculators out. This one runs forever and the decider is a 6, so it rounds UP — model that before they hit it in practice. Also note why we keep three digits instead of stopping at cents.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Whiteboards out. Everyone writes, everyone holds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minutes. Circulate. Look for anyone dividing backwards — that's the one to catch before the check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divide evenly, so nobody should be stuck on rounding. Land the last line — the cheaper-looking total 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rounding one. Warn them the calculator will fill the screen — that's expected. Three digits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wrote 1.666 — that's the classic slip. The decider is a 6, so it rounds up to 1.667, just like the candy apples.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and talk, ninety seconds. Don't tell them where it is. Ask a pair to explain it in units, not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it plainly: the division was flipped, so the units came out upside down. Forty-four is a real number — it's slices per dollar.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Everything so far gets used on one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vocabulary word, and the whole point of the worksheet. The pizza from Jordan's board settles it: work out both unit rates, lower one wins — even when the bigger deal looked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more from the room before advancing — streaming plans, gas mileage, points per game. Someone always has a good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Grocery stores print this in most states. The big number sells; the small number tells the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Matters for the written explanation on the worksheet. The math finds the lower price; a person decides the purchase. Both belong in a good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worksheet here. Read the four directions, then let them start. Sixteen unit rates total, eight comparisons.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two of the worksheet, up on the screen while they work. Hot dog, pretzel, pickle — same move every row. Warn them now: the pretzel is the closest call on the whole sheet, so the thousandths place has to be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half of page two. The explanation needs real numbers from their table, not vibes — at least two rows. Then the trip: one ticket, three snacks, at whichever theatre they picked. Snacks use the unit-rate price, except popcorn and drink — those are per cup and per ounce, so the sheet says full sticker price. Totals vary by snack choice; grade the arithmetic, not the menu.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standard for full credit. Division sentence, rounded answer, units, and a circle. Leave it up while they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Thirty-second recap before the exit ticket. Have the class read the four definitions aloud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five minutes. Hand out the half-sheet. They should be able to do this alone — if they can't, that's your reteach group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copy. Skip these four slides when presenting to students, or hide the answer key in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one of the worksheet. Popcorn and drink are per cup and per ounce — students often divide the wrong way on those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Pretzel is the closest call on the sheet — one cent apart. Good example of why the thousandths place earns its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 vary by snack choice — grade the arithmetic, not the menu. Popcorn and drink use the full sticker price, not the unit rate, per the worksheet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1 — Ti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2 — Warm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3 — To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4 — § Three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5 — Vocab: rat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6 — Ratios in the w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7 — Check: rat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8 — Vocab: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09 — Vocab: unit r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 — Signal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 — Check: which word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 — § The m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 — The meth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 — Worked: gran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 — Order matt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 — Rou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 — Worked: unev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 — § You 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 — You try: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 — Check: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 — You try: sl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 — Check: sl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 — Spot the mist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4 — The 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5 — § Class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6 — Vocab: better b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7 — In the w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8 — Shelf 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9 — Cheaper ≠ bet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0 — Classwork dir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1 — The sheet: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2 — Your movie 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3 — Show your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4 — Word w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5 — Exit 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6 — § Answer 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7 — Key: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8 — Key: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9 — Key: to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Unit 4 · Lesson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Ratios &amp; Rates · Find the Better Buy</dc:title>
  <dc:subject>Unit 4 · Lesson 4 — ratios, rates, unit rates, better buy</dc:subject>
  <dc:creator>Jonah Collins</dc:creator>
  <cp:lastModifiedBy>Jonah Collins</cp:lastModifiedBy>
  <cp:revision>1</cp:revision>
  <dcterms:created xsi:type="dcterms:W3CDTF">2026-08-31T18:24:32Z</dcterms:created>
  <dcterms:modified xsi:type="dcterms:W3CDTF">2026-08-31T18:24:32Z</dcterms:modified>
</cp:coreProperties>
</file>